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Slide image generated in ChatGPT Image based on the user's uploaded case materials and requested visual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Slide image generated in ChatGPT Image based on the user's uploaded case materials and requested visual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- Slide image generated in ChatGPT Image based on the user's uploaded case materials and requested visual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5213a7d3-a780-44b2-aa54-c9b1e9e67d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шесть_минут_пять_экранов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итоги_кейса_требования_и_результат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Два килобайта — Hack.Genesis 2026</dc:title>
  <dc:subject>Два килобайта — Генератор интеграций</dc:subject>
  <dc:creator>OpenAI</dc:creator>
  <cp:lastModifiedBy>OpenAI</cp:lastModifiedBy>
  <cp:revision>1</cp:revision>
  <dcterms:created xsi:type="dcterms:W3CDTF">2026-09-06T10:57:26Z</dcterms:created>
  <dcterms:modified xsi:type="dcterms:W3CDTF">2026-09-06T10:57:26Z</dcterms:modified>
</cp:coreProperties>
</file>